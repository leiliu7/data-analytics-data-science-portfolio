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2" r:id="rId5"/>
    <p:sldId id="321" r:id="rId6"/>
    <p:sldId id="320" r:id="rId7"/>
    <p:sldId id="319" r:id="rId8"/>
    <p:sldId id="318" r:id="rId9"/>
    <p:sldId id="323" r:id="rId10"/>
    <p:sldId id="324" r:id="rId11"/>
    <p:sldId id="325" r:id="rId12"/>
    <p:sldId id="326" r:id="rId13"/>
    <p:sldId id="327" r:id="rId14"/>
    <p:sldId id="310" r:id="rId15"/>
    <p:sldId id="32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E717D0-A084-41EF-900F-F7D4F02FECE8}" v="18" dt="2025-08-02T20:05:34.561"/>
    <p1510:client id="{97820FAF-2C64-453E-8794-D6F939D4F653}" v="37" dt="2025-08-02T20:32:12.713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 L" userId="fffa66e71c035d84" providerId="LiveId" clId="{63E717D0-A084-41EF-900F-F7D4F02FECE8}"/>
    <pc:docChg chg="undo custSel addSld delSld modSld sldOrd">
      <pc:chgData name="Lei L" userId="fffa66e71c035d84" providerId="LiveId" clId="{63E717D0-A084-41EF-900F-F7D4F02FECE8}" dt="2025-08-02T20:26:33.407" v="1611" actId="20577"/>
      <pc:docMkLst>
        <pc:docMk/>
      </pc:docMkLst>
      <pc:sldChg chg="addSp delSp modSp mod">
        <pc:chgData name="Lei L" userId="fffa66e71c035d84" providerId="LiveId" clId="{63E717D0-A084-41EF-900F-F7D4F02FECE8}" dt="2025-08-02T20:21:31.390" v="1546" actId="14100"/>
        <pc:sldMkLst>
          <pc:docMk/>
          <pc:sldMk cId="704370842" sldId="310"/>
        </pc:sldMkLst>
        <pc:spChg chg="del mod">
          <ac:chgData name="Lei L" userId="fffa66e71c035d84" providerId="LiveId" clId="{63E717D0-A084-41EF-900F-F7D4F02FECE8}" dt="2025-08-02T20:21:15.090" v="1542" actId="478"/>
          <ac:spMkLst>
            <pc:docMk/>
            <pc:sldMk cId="704370842" sldId="310"/>
            <ac:spMk id="2" creationId="{70ECFE66-A9E7-A365-967B-2FD670CB3923}"/>
          </ac:spMkLst>
        </pc:spChg>
        <pc:spChg chg="del">
          <ac:chgData name="Lei L" userId="fffa66e71c035d84" providerId="LiveId" clId="{63E717D0-A084-41EF-900F-F7D4F02FECE8}" dt="2025-08-02T20:20:43.654" v="1523" actId="478"/>
          <ac:spMkLst>
            <pc:docMk/>
            <pc:sldMk cId="704370842" sldId="310"/>
            <ac:spMk id="3" creationId="{F101732C-7338-DBA0-BD19-1FA88304749F}"/>
          </ac:spMkLst>
        </pc:spChg>
        <pc:spChg chg="add del mod">
          <ac:chgData name="Lei L" userId="fffa66e71c035d84" providerId="LiveId" clId="{63E717D0-A084-41EF-900F-F7D4F02FECE8}" dt="2025-08-02T20:21:31.390" v="1546" actId="14100"/>
          <ac:spMkLst>
            <pc:docMk/>
            <pc:sldMk cId="704370842" sldId="310"/>
            <ac:spMk id="5" creationId="{2AA5A698-44BC-23FD-52D7-C6A621148B87}"/>
          </ac:spMkLst>
        </pc:spChg>
      </pc:sldChg>
      <pc:sldChg chg="del">
        <pc:chgData name="Lei L" userId="fffa66e71c035d84" providerId="LiveId" clId="{63E717D0-A084-41EF-900F-F7D4F02FECE8}" dt="2025-08-02T19:23:18.267" v="110" actId="47"/>
        <pc:sldMkLst>
          <pc:docMk/>
          <pc:sldMk cId="1669023770" sldId="311"/>
        </pc:sldMkLst>
      </pc:sldChg>
      <pc:sldChg chg="del">
        <pc:chgData name="Lei L" userId="fffa66e71c035d84" providerId="LiveId" clId="{63E717D0-A084-41EF-900F-F7D4F02FECE8}" dt="2025-08-02T19:23:16.142" v="109" actId="47"/>
        <pc:sldMkLst>
          <pc:docMk/>
          <pc:sldMk cId="952135350" sldId="312"/>
        </pc:sldMkLst>
      </pc:sldChg>
      <pc:sldChg chg="del">
        <pc:chgData name="Lei L" userId="fffa66e71c035d84" providerId="LiveId" clId="{63E717D0-A084-41EF-900F-F7D4F02FECE8}" dt="2025-08-02T19:23:14.452" v="108" actId="47"/>
        <pc:sldMkLst>
          <pc:docMk/>
          <pc:sldMk cId="2224546682" sldId="313"/>
        </pc:sldMkLst>
      </pc:sldChg>
      <pc:sldChg chg="del">
        <pc:chgData name="Lei L" userId="fffa66e71c035d84" providerId="LiveId" clId="{63E717D0-A084-41EF-900F-F7D4F02FECE8}" dt="2025-08-02T19:23:09.644" v="106" actId="47"/>
        <pc:sldMkLst>
          <pc:docMk/>
          <pc:sldMk cId="82250651" sldId="314"/>
        </pc:sldMkLst>
      </pc:sldChg>
      <pc:sldChg chg="del">
        <pc:chgData name="Lei L" userId="fffa66e71c035d84" providerId="LiveId" clId="{63E717D0-A084-41EF-900F-F7D4F02FECE8}" dt="2025-08-02T19:23:11.502" v="107" actId="47"/>
        <pc:sldMkLst>
          <pc:docMk/>
          <pc:sldMk cId="2302010161" sldId="315"/>
        </pc:sldMkLst>
      </pc:sldChg>
      <pc:sldChg chg="del">
        <pc:chgData name="Lei L" userId="fffa66e71c035d84" providerId="LiveId" clId="{63E717D0-A084-41EF-900F-F7D4F02FECE8}" dt="2025-08-02T19:23:21.128" v="111" actId="47"/>
        <pc:sldMkLst>
          <pc:docMk/>
          <pc:sldMk cId="554382460" sldId="316"/>
        </pc:sldMkLst>
      </pc:sldChg>
      <pc:sldChg chg="delSp modSp del mod">
        <pc:chgData name="Lei L" userId="fffa66e71c035d84" providerId="LiveId" clId="{63E717D0-A084-41EF-900F-F7D4F02FECE8}" dt="2025-08-02T20:21:36.467" v="1547" actId="2696"/>
        <pc:sldMkLst>
          <pc:docMk/>
          <pc:sldMk cId="4011334062" sldId="317"/>
        </pc:sldMkLst>
        <pc:spChg chg="mod">
          <ac:chgData name="Lei L" userId="fffa66e71c035d84" providerId="LiveId" clId="{63E717D0-A084-41EF-900F-F7D4F02FECE8}" dt="2025-08-02T20:09:58.830" v="1163" actId="20577"/>
          <ac:spMkLst>
            <pc:docMk/>
            <pc:sldMk cId="4011334062" sldId="317"/>
            <ac:spMk id="2" creationId="{1B061384-8C2A-AC46-D296-2DF95CBF10BB}"/>
          </ac:spMkLst>
        </pc:spChg>
        <pc:spChg chg="del mod">
          <ac:chgData name="Lei L" userId="fffa66e71c035d84" providerId="LiveId" clId="{63E717D0-A084-41EF-900F-F7D4F02FECE8}" dt="2025-08-02T20:10:16.544" v="1165" actId="478"/>
          <ac:spMkLst>
            <pc:docMk/>
            <pc:sldMk cId="4011334062" sldId="317"/>
            <ac:spMk id="3" creationId="{FEF606B8-D15C-3916-2C66-49DEC593A3C2}"/>
          </ac:spMkLst>
        </pc:spChg>
      </pc:sldChg>
      <pc:sldChg chg="addSp modSp mod">
        <pc:chgData name="Lei L" userId="fffa66e71c035d84" providerId="LiveId" clId="{63E717D0-A084-41EF-900F-F7D4F02FECE8}" dt="2025-08-02T20:19:04.593" v="1488" actId="14100"/>
        <pc:sldMkLst>
          <pc:docMk/>
          <pc:sldMk cId="2906152353" sldId="318"/>
        </pc:sldMkLst>
        <pc:graphicFrameChg chg="add mod modGraphic">
          <ac:chgData name="Lei L" userId="fffa66e71c035d84" providerId="LiveId" clId="{63E717D0-A084-41EF-900F-F7D4F02FECE8}" dt="2025-08-02T20:18:41.891" v="1485" actId="2710"/>
          <ac:graphicFrameMkLst>
            <pc:docMk/>
            <pc:sldMk cId="2906152353" sldId="318"/>
            <ac:graphicFrameMk id="6" creationId="{1D40D3FD-BB98-E2DE-44F4-7AEBA7D4E453}"/>
          </ac:graphicFrameMkLst>
        </pc:graphicFrameChg>
        <pc:picChg chg="mod">
          <ac:chgData name="Lei L" userId="fffa66e71c035d84" providerId="LiveId" clId="{63E717D0-A084-41EF-900F-F7D4F02FECE8}" dt="2025-08-02T20:19:04.593" v="1488" actId="14100"/>
          <ac:picMkLst>
            <pc:docMk/>
            <pc:sldMk cId="2906152353" sldId="318"/>
            <ac:picMk id="5" creationId="{ACFCA22C-CC9C-3957-374E-37BC4D213CFA}"/>
          </ac:picMkLst>
        </pc:picChg>
      </pc:sldChg>
      <pc:sldChg chg="addSp delSp modSp mod">
        <pc:chgData name="Lei L" userId="fffa66e71c035d84" providerId="LiveId" clId="{63E717D0-A084-41EF-900F-F7D4F02FECE8}" dt="2025-08-02T20:13:11.190" v="1320" actId="14100"/>
        <pc:sldMkLst>
          <pc:docMk/>
          <pc:sldMk cId="3752118431" sldId="320"/>
        </pc:sldMkLst>
        <pc:spChg chg="mod">
          <ac:chgData name="Lei L" userId="fffa66e71c035d84" providerId="LiveId" clId="{63E717D0-A084-41EF-900F-F7D4F02FECE8}" dt="2025-08-02T20:13:11.190" v="1320" actId="14100"/>
          <ac:spMkLst>
            <pc:docMk/>
            <pc:sldMk cId="3752118431" sldId="320"/>
            <ac:spMk id="3" creationId="{89D0E47E-D228-15EB-5886-33E9AA181D03}"/>
          </ac:spMkLst>
        </pc:spChg>
        <pc:spChg chg="add del mod">
          <ac:chgData name="Lei L" userId="fffa66e71c035d84" providerId="LiveId" clId="{63E717D0-A084-41EF-900F-F7D4F02FECE8}" dt="2025-08-02T19:34:53.969" v="204" actId="478"/>
          <ac:spMkLst>
            <pc:docMk/>
            <pc:sldMk cId="3752118431" sldId="320"/>
            <ac:spMk id="7" creationId="{C1A8162D-75D0-5C30-F8C4-46F36F9DE22B}"/>
          </ac:spMkLst>
        </pc:spChg>
        <pc:picChg chg="del">
          <ac:chgData name="Lei L" userId="fffa66e71c035d84" providerId="LiveId" clId="{63E717D0-A084-41EF-900F-F7D4F02FECE8}" dt="2025-08-02T19:34:04.561" v="197" actId="478"/>
          <ac:picMkLst>
            <pc:docMk/>
            <pc:sldMk cId="3752118431" sldId="320"/>
            <ac:picMk id="4" creationId="{5E6D83BB-8C90-A74A-7CB5-59884B99448A}"/>
          </ac:picMkLst>
        </pc:picChg>
        <pc:picChg chg="add mod">
          <ac:chgData name="Lei L" userId="fffa66e71c035d84" providerId="LiveId" clId="{63E717D0-A084-41EF-900F-F7D4F02FECE8}" dt="2025-08-02T19:43:22.201" v="520" actId="14100"/>
          <ac:picMkLst>
            <pc:docMk/>
            <pc:sldMk cId="3752118431" sldId="320"/>
            <ac:picMk id="5" creationId="{2CE13469-086F-3F61-E272-CC9D5D6B164B}"/>
          </ac:picMkLst>
        </pc:picChg>
      </pc:sldChg>
      <pc:sldChg chg="addSp modSp mod">
        <pc:chgData name="Lei L" userId="fffa66e71c035d84" providerId="LiveId" clId="{63E717D0-A084-41EF-900F-F7D4F02FECE8}" dt="2025-08-02T20:18:55.748" v="1487" actId="1076"/>
        <pc:sldMkLst>
          <pc:docMk/>
          <pc:sldMk cId="3376340147" sldId="323"/>
        </pc:sldMkLst>
        <pc:graphicFrameChg chg="add mod modGraphic">
          <ac:chgData name="Lei L" userId="fffa66e71c035d84" providerId="LiveId" clId="{63E717D0-A084-41EF-900F-F7D4F02FECE8}" dt="2025-08-02T20:18:55.748" v="1487" actId="1076"/>
          <ac:graphicFrameMkLst>
            <pc:docMk/>
            <pc:sldMk cId="3376340147" sldId="323"/>
            <ac:graphicFrameMk id="8" creationId="{96FCB476-5EBB-C741-2E9D-44C7739783FD}"/>
          </ac:graphicFrameMkLst>
        </pc:graphicFrameChg>
        <pc:picChg chg="mod">
          <ac:chgData name="Lei L" userId="fffa66e71c035d84" providerId="LiveId" clId="{63E717D0-A084-41EF-900F-F7D4F02FECE8}" dt="2025-08-02T20:09:02.312" v="1149" actId="14100"/>
          <ac:picMkLst>
            <pc:docMk/>
            <pc:sldMk cId="3376340147" sldId="323"/>
            <ac:picMk id="7" creationId="{6997472D-EAF6-526F-DF45-3ECFA74C522E}"/>
          </ac:picMkLst>
        </pc:picChg>
      </pc:sldChg>
      <pc:sldChg chg="modSp mod">
        <pc:chgData name="Lei L" userId="fffa66e71c035d84" providerId="LiveId" clId="{63E717D0-A084-41EF-900F-F7D4F02FECE8}" dt="2025-08-02T20:18:11.209" v="1482" actId="2710"/>
        <pc:sldMkLst>
          <pc:docMk/>
          <pc:sldMk cId="4146081966" sldId="324"/>
        </pc:sldMkLst>
        <pc:spChg chg="mod">
          <ac:chgData name="Lei L" userId="fffa66e71c035d84" providerId="LiveId" clId="{63E717D0-A084-41EF-900F-F7D4F02FECE8}" dt="2025-08-02T20:18:11.209" v="1482" actId="2710"/>
          <ac:spMkLst>
            <pc:docMk/>
            <pc:sldMk cId="4146081966" sldId="324"/>
            <ac:spMk id="6" creationId="{105AC490-2F74-188E-C6B0-1840B5703B31}"/>
          </ac:spMkLst>
        </pc:spChg>
        <pc:picChg chg="mod">
          <ac:chgData name="Lei L" userId="fffa66e71c035d84" providerId="LiveId" clId="{63E717D0-A084-41EF-900F-F7D4F02FECE8}" dt="2025-08-02T20:00:48.071" v="944" actId="1076"/>
          <ac:picMkLst>
            <pc:docMk/>
            <pc:sldMk cId="4146081966" sldId="324"/>
            <ac:picMk id="7" creationId="{61BD952A-4F00-A0C0-F887-558B2DA9E214}"/>
          </ac:picMkLst>
        </pc:picChg>
      </pc:sldChg>
      <pc:sldChg chg="addSp delSp modSp mod">
        <pc:chgData name="Lei L" userId="fffa66e71c035d84" providerId="LiveId" clId="{63E717D0-A084-41EF-900F-F7D4F02FECE8}" dt="2025-08-02T20:26:33.407" v="1611" actId="20577"/>
        <pc:sldMkLst>
          <pc:docMk/>
          <pc:sldMk cId="2032223509" sldId="325"/>
        </pc:sldMkLst>
        <pc:spChg chg="mod">
          <ac:chgData name="Lei L" userId="fffa66e71c035d84" providerId="LiveId" clId="{63E717D0-A084-41EF-900F-F7D4F02FECE8}" dt="2025-08-02T19:14:22.661" v="7" actId="27636"/>
          <ac:spMkLst>
            <pc:docMk/>
            <pc:sldMk cId="2032223509" sldId="325"/>
            <ac:spMk id="2" creationId="{7B2E6944-091D-496A-6A24-3DD8FCEE2992}"/>
          </ac:spMkLst>
        </pc:spChg>
        <pc:spChg chg="add del mod">
          <ac:chgData name="Lei L" userId="fffa66e71c035d84" providerId="LiveId" clId="{63E717D0-A084-41EF-900F-F7D4F02FECE8}" dt="2025-08-02T19:21:16.592" v="70" actId="478"/>
          <ac:spMkLst>
            <pc:docMk/>
            <pc:sldMk cId="2032223509" sldId="325"/>
            <ac:spMk id="6" creationId="{4B82144D-DBC6-2A8A-2571-BE47A972095B}"/>
          </ac:spMkLst>
        </pc:spChg>
        <pc:graphicFrameChg chg="add mod modGraphic">
          <ac:chgData name="Lei L" userId="fffa66e71c035d84" providerId="LiveId" clId="{63E717D0-A084-41EF-900F-F7D4F02FECE8}" dt="2025-08-02T20:26:33.407" v="1611" actId="20577"/>
          <ac:graphicFrameMkLst>
            <pc:docMk/>
            <pc:sldMk cId="2032223509" sldId="325"/>
            <ac:graphicFrameMk id="9" creationId="{B85DFB79-13F7-CC59-4F50-D9C33AD6AEBA}"/>
          </ac:graphicFrameMkLst>
        </pc:graphicFrameChg>
        <pc:picChg chg="del">
          <ac:chgData name="Lei L" userId="fffa66e71c035d84" providerId="LiveId" clId="{63E717D0-A084-41EF-900F-F7D4F02FECE8}" dt="2025-08-02T19:13:43.483" v="0" actId="478"/>
          <ac:picMkLst>
            <pc:docMk/>
            <pc:sldMk cId="2032223509" sldId="325"/>
            <ac:picMk id="5" creationId="{EC3AB10B-3671-4D06-F893-5C40530D8214}"/>
          </ac:picMkLst>
        </pc:picChg>
        <pc:picChg chg="add del mod">
          <ac:chgData name="Lei L" userId="fffa66e71c035d84" providerId="LiveId" clId="{63E717D0-A084-41EF-900F-F7D4F02FECE8}" dt="2025-08-02T19:21:29.256" v="73" actId="478"/>
          <ac:picMkLst>
            <pc:docMk/>
            <pc:sldMk cId="2032223509" sldId="325"/>
            <ac:picMk id="7" creationId="{EE9E84B6-E21F-BFB4-5A0F-4F6E6AD78838}"/>
          </ac:picMkLst>
        </pc:picChg>
        <pc:picChg chg="add mod">
          <ac:chgData name="Lei L" userId="fffa66e71c035d84" providerId="LiveId" clId="{63E717D0-A084-41EF-900F-F7D4F02FECE8}" dt="2025-08-02T20:01:46.983" v="952" actId="14100"/>
          <ac:picMkLst>
            <pc:docMk/>
            <pc:sldMk cId="2032223509" sldId="325"/>
            <ac:picMk id="8" creationId="{D88D5C05-6465-3F5B-C413-1298BA6D8630}"/>
          </ac:picMkLst>
        </pc:picChg>
      </pc:sldChg>
      <pc:sldChg chg="addSp delSp modSp mod">
        <pc:chgData name="Lei L" userId="fffa66e71c035d84" providerId="LiveId" clId="{63E717D0-A084-41EF-900F-F7D4F02FECE8}" dt="2025-08-02T20:18:23" v="1483" actId="2710"/>
        <pc:sldMkLst>
          <pc:docMk/>
          <pc:sldMk cId="1064308741" sldId="326"/>
        </pc:sldMkLst>
        <pc:spChg chg="mod">
          <ac:chgData name="Lei L" userId="fffa66e71c035d84" providerId="LiveId" clId="{63E717D0-A084-41EF-900F-F7D4F02FECE8}" dt="2025-08-02T19:15:18.125" v="16" actId="27636"/>
          <ac:spMkLst>
            <pc:docMk/>
            <pc:sldMk cId="1064308741" sldId="326"/>
            <ac:spMk id="2" creationId="{560B1E54-1505-E551-C82C-F67C61196102}"/>
          </ac:spMkLst>
        </pc:spChg>
        <pc:spChg chg="add del mod">
          <ac:chgData name="Lei L" userId="fffa66e71c035d84" providerId="LiveId" clId="{63E717D0-A084-41EF-900F-F7D4F02FECE8}" dt="2025-08-02T20:18:23" v="1483" actId="2710"/>
          <ac:spMkLst>
            <pc:docMk/>
            <pc:sldMk cId="1064308741" sldId="326"/>
            <ac:spMk id="6" creationId="{8A181CA3-AC17-0633-E288-402106810350}"/>
          </ac:spMkLst>
        </pc:spChg>
        <pc:picChg chg="del">
          <ac:chgData name="Lei L" userId="fffa66e71c035d84" providerId="LiveId" clId="{63E717D0-A084-41EF-900F-F7D4F02FECE8}" dt="2025-08-02T19:15:23.050" v="17" actId="478"/>
          <ac:picMkLst>
            <pc:docMk/>
            <pc:sldMk cId="1064308741" sldId="326"/>
            <ac:picMk id="5" creationId="{3E576930-FBA1-2403-D249-7DAE84F3810F}"/>
          </ac:picMkLst>
        </pc:picChg>
        <pc:picChg chg="add mod">
          <ac:chgData name="Lei L" userId="fffa66e71c035d84" providerId="LiveId" clId="{63E717D0-A084-41EF-900F-F7D4F02FECE8}" dt="2025-08-02T19:51:04.752" v="799" actId="14100"/>
          <ac:picMkLst>
            <pc:docMk/>
            <pc:sldMk cId="1064308741" sldId="326"/>
            <ac:picMk id="7" creationId="{5BDC69B9-3BDC-C66A-1D8E-594CD131303F}"/>
          </ac:picMkLst>
        </pc:picChg>
        <pc:picChg chg="add del mod ord">
          <ac:chgData name="Lei L" userId="fffa66e71c035d84" providerId="LiveId" clId="{63E717D0-A084-41EF-900F-F7D4F02FECE8}" dt="2025-08-02T19:22:01.618" v="83" actId="34307"/>
          <ac:picMkLst>
            <pc:docMk/>
            <pc:sldMk cId="1064308741" sldId="326"/>
            <ac:picMk id="8" creationId="{6AADEF7B-916F-3953-0228-63EAD3BCD118}"/>
          </ac:picMkLst>
        </pc:picChg>
      </pc:sldChg>
      <pc:sldChg chg="addSp delSp modSp add mod">
        <pc:chgData name="Lei L" userId="fffa66e71c035d84" providerId="LiveId" clId="{63E717D0-A084-41EF-900F-F7D4F02FECE8}" dt="2025-08-02T20:19:34.260" v="1506" actId="6549"/>
        <pc:sldMkLst>
          <pc:docMk/>
          <pc:sldMk cId="390483146" sldId="327"/>
        </pc:sldMkLst>
        <pc:spChg chg="mod">
          <ac:chgData name="Lei L" userId="fffa66e71c035d84" providerId="LiveId" clId="{63E717D0-A084-41EF-900F-F7D4F02FECE8}" dt="2025-08-02T20:19:34.260" v="1506" actId="6549"/>
          <ac:spMkLst>
            <pc:docMk/>
            <pc:sldMk cId="390483146" sldId="327"/>
            <ac:spMk id="2" creationId="{277D15FA-5042-4441-34B2-B76119A6A149}"/>
          </ac:spMkLst>
        </pc:spChg>
        <pc:spChg chg="add del mod">
          <ac:chgData name="Lei L" userId="fffa66e71c035d84" providerId="LiveId" clId="{63E717D0-A084-41EF-900F-F7D4F02FECE8}" dt="2025-08-02T19:17:09.109" v="37" actId="478"/>
          <ac:spMkLst>
            <pc:docMk/>
            <pc:sldMk cId="390483146" sldId="327"/>
            <ac:spMk id="6" creationId="{2DED4ABB-767A-B790-4D6E-A925AADA220E}"/>
          </ac:spMkLst>
        </pc:spChg>
        <pc:graphicFrameChg chg="add mod modGraphic">
          <ac:chgData name="Lei L" userId="fffa66e71c035d84" providerId="LiveId" clId="{63E717D0-A084-41EF-900F-F7D4F02FECE8}" dt="2025-08-02T20:17:44.853" v="1481" actId="1076"/>
          <ac:graphicFrameMkLst>
            <pc:docMk/>
            <pc:sldMk cId="390483146" sldId="327"/>
            <ac:graphicFrameMk id="8" creationId="{3CF9FA52-896B-728A-DBDD-17CECF7A3A1D}"/>
          </ac:graphicFrameMkLst>
        </pc:graphicFrameChg>
        <pc:picChg chg="del">
          <ac:chgData name="Lei L" userId="fffa66e71c035d84" providerId="LiveId" clId="{63E717D0-A084-41EF-900F-F7D4F02FECE8}" dt="2025-08-02T19:16:10.614" v="27" actId="478"/>
          <ac:picMkLst>
            <pc:docMk/>
            <pc:sldMk cId="390483146" sldId="327"/>
            <ac:picMk id="5" creationId="{76D65E79-0754-709C-E4BC-4057EB8DE2D9}"/>
          </ac:picMkLst>
        </pc:picChg>
        <pc:picChg chg="add del mod">
          <ac:chgData name="Lei L" userId="fffa66e71c035d84" providerId="LiveId" clId="{63E717D0-A084-41EF-900F-F7D4F02FECE8}" dt="2025-08-02T19:59:26.565" v="940" actId="478"/>
          <ac:picMkLst>
            <pc:docMk/>
            <pc:sldMk cId="390483146" sldId="327"/>
            <ac:picMk id="7" creationId="{35C9F3C1-C8C8-96C0-69F1-1DECE9902445}"/>
          </ac:picMkLst>
        </pc:picChg>
        <pc:picChg chg="add mod">
          <ac:chgData name="Lei L" userId="fffa66e71c035d84" providerId="LiveId" clId="{63E717D0-A084-41EF-900F-F7D4F02FECE8}" dt="2025-08-02T19:59:39.495" v="943" actId="1076"/>
          <ac:picMkLst>
            <pc:docMk/>
            <pc:sldMk cId="390483146" sldId="327"/>
            <ac:picMk id="9" creationId="{69941B0A-85BE-A6CD-CDF5-CDA13470F58A}"/>
          </ac:picMkLst>
        </pc:picChg>
      </pc:sldChg>
      <pc:sldChg chg="add">
        <pc:chgData name="Lei L" userId="fffa66e71c035d84" providerId="LiveId" clId="{63E717D0-A084-41EF-900F-F7D4F02FECE8}" dt="2025-08-02T20:20:17.637" v="1507" actId="2890"/>
        <pc:sldMkLst>
          <pc:docMk/>
          <pc:sldMk cId="2858275463" sldId="328"/>
        </pc:sldMkLst>
      </pc:sldChg>
      <pc:sldChg chg="addSp delSp modSp add del mod ord">
        <pc:chgData name="Lei L" userId="fffa66e71c035d84" providerId="LiveId" clId="{63E717D0-A084-41EF-900F-F7D4F02FECE8}" dt="2025-08-02T20:23:13.784" v="1573" actId="47"/>
        <pc:sldMkLst>
          <pc:docMk/>
          <pc:sldMk cId="1215270855" sldId="329"/>
        </pc:sldMkLst>
        <pc:spChg chg="mod">
          <ac:chgData name="Lei L" userId="fffa66e71c035d84" providerId="LiveId" clId="{63E717D0-A084-41EF-900F-F7D4F02FECE8}" dt="2025-08-02T20:22:37.783" v="1566" actId="255"/>
          <ac:spMkLst>
            <pc:docMk/>
            <pc:sldMk cId="1215270855" sldId="329"/>
            <ac:spMk id="2" creationId="{07F813BE-3A91-5E1B-14E1-123D92490AE2}"/>
          </ac:spMkLst>
        </pc:spChg>
        <pc:spChg chg="add del mod">
          <ac:chgData name="Lei L" userId="fffa66e71c035d84" providerId="LiveId" clId="{63E717D0-A084-41EF-900F-F7D4F02FECE8}" dt="2025-08-02T20:22:25.096" v="1564" actId="478"/>
          <ac:spMkLst>
            <pc:docMk/>
            <pc:sldMk cId="1215270855" sldId="329"/>
            <ac:spMk id="6" creationId="{2F9E1322-78F1-54A7-73F7-BCF0AE507E05}"/>
          </ac:spMkLst>
        </pc:spChg>
        <pc:graphicFrameChg chg="del">
          <ac:chgData name="Lei L" userId="fffa66e71c035d84" providerId="LiveId" clId="{63E717D0-A084-41EF-900F-F7D4F02FECE8}" dt="2025-08-02T20:22:11.030" v="1549" actId="478"/>
          <ac:graphicFrameMkLst>
            <pc:docMk/>
            <pc:sldMk cId="1215270855" sldId="329"/>
            <ac:graphicFrameMk id="5" creationId="{1E07D25B-E6AE-A62D-F8FF-1284D93D206A}"/>
          </ac:graphicFrameMkLst>
        </pc:graphicFrameChg>
      </pc:sldChg>
    </pc:docChg>
  </pc:docChgLst>
  <pc:docChgLst>
    <pc:chgData name="Lei L" userId="fffa66e71c035d84" providerId="LiveId" clId="{97820FAF-2C64-453E-8794-D6F939D4F653}"/>
    <pc:docChg chg="custSel modSld">
      <pc:chgData name="Lei L" userId="fffa66e71c035d84" providerId="LiveId" clId="{97820FAF-2C64-453E-8794-D6F939D4F653}" dt="2025-08-02T20:33:26.460" v="53" actId="27636"/>
      <pc:docMkLst>
        <pc:docMk/>
      </pc:docMkLst>
      <pc:sldChg chg="modSp mod">
        <pc:chgData name="Lei L" userId="fffa66e71c035d84" providerId="LiveId" clId="{97820FAF-2C64-453E-8794-D6F939D4F653}" dt="2025-08-02T20:33:16.527" v="51" actId="27636"/>
        <pc:sldMkLst>
          <pc:docMk/>
          <pc:sldMk cId="2906152353" sldId="318"/>
        </pc:sldMkLst>
        <pc:spChg chg="mod">
          <ac:chgData name="Lei L" userId="fffa66e71c035d84" providerId="LiveId" clId="{97820FAF-2C64-453E-8794-D6F939D4F653}" dt="2025-08-02T20:33:16.527" v="51" actId="27636"/>
          <ac:spMkLst>
            <pc:docMk/>
            <pc:sldMk cId="2906152353" sldId="318"/>
            <ac:spMk id="2" creationId="{CFDEBC60-AA38-5DEF-3160-0CAA68F3D28C}"/>
          </ac:spMkLst>
        </pc:spChg>
      </pc:sldChg>
      <pc:sldChg chg="addSp delSp modSp mod">
        <pc:chgData name="Lei L" userId="fffa66e71c035d84" providerId="LiveId" clId="{97820FAF-2C64-453E-8794-D6F939D4F653}" dt="2025-08-02T20:33:09.781" v="49" actId="1076"/>
        <pc:sldMkLst>
          <pc:docMk/>
          <pc:sldMk cId="3421680658" sldId="319"/>
        </pc:sldMkLst>
        <pc:spChg chg="add del mod">
          <ac:chgData name="Lei L" userId="fffa66e71c035d84" providerId="LiveId" clId="{97820FAF-2C64-453E-8794-D6F939D4F653}" dt="2025-08-02T20:32:53.318" v="40" actId="478"/>
          <ac:spMkLst>
            <pc:docMk/>
            <pc:sldMk cId="3421680658" sldId="319"/>
            <ac:spMk id="3" creationId="{FB50AD88-87F2-B680-ABA7-F137CB99F864}"/>
          </ac:spMkLst>
        </pc:spChg>
        <pc:spChg chg="del">
          <ac:chgData name="Lei L" userId="fffa66e71c035d84" providerId="LiveId" clId="{97820FAF-2C64-453E-8794-D6F939D4F653}" dt="2025-08-02T20:32:45.729" v="39" actId="478"/>
          <ac:spMkLst>
            <pc:docMk/>
            <pc:sldMk cId="3421680658" sldId="319"/>
            <ac:spMk id="7" creationId="{4C0FEFBF-60FD-0161-6F6E-89EE39389CEE}"/>
          </ac:spMkLst>
        </pc:spChg>
        <pc:picChg chg="mod">
          <ac:chgData name="Lei L" userId="fffa66e71c035d84" providerId="LiveId" clId="{97820FAF-2C64-453E-8794-D6F939D4F653}" dt="2025-08-02T20:33:09.781" v="49" actId="1076"/>
          <ac:picMkLst>
            <pc:docMk/>
            <pc:sldMk cId="3421680658" sldId="319"/>
            <ac:picMk id="14" creationId="{DBCE9CAC-D34F-3EC0-77AD-46CDC94D84FF}"/>
          </ac:picMkLst>
        </pc:picChg>
      </pc:sldChg>
      <pc:sldChg chg="modSp">
        <pc:chgData name="Lei L" userId="fffa66e71c035d84" providerId="LiveId" clId="{97820FAF-2C64-453E-8794-D6F939D4F653}" dt="2025-08-02T20:32:12.713" v="36" actId="20577"/>
        <pc:sldMkLst>
          <pc:docMk/>
          <pc:sldMk cId="1607455252" sldId="321"/>
        </pc:sldMkLst>
        <pc:graphicFrameChg chg="mod">
          <ac:chgData name="Lei L" userId="fffa66e71c035d84" providerId="LiveId" clId="{97820FAF-2C64-453E-8794-D6F939D4F653}" dt="2025-08-02T20:32:12.713" v="36" actId="20577"/>
          <ac:graphicFrameMkLst>
            <pc:docMk/>
            <pc:sldMk cId="1607455252" sldId="321"/>
            <ac:graphicFrameMk id="5" creationId="{83B1D126-54A5-47C3-05DF-2E9779DCB6A9}"/>
          </ac:graphicFrameMkLst>
        </pc:graphicFrameChg>
      </pc:sldChg>
      <pc:sldChg chg="modSp mod">
        <pc:chgData name="Lei L" userId="fffa66e71c035d84" providerId="LiveId" clId="{97820FAF-2C64-453E-8794-D6F939D4F653}" dt="2025-08-02T20:33:26.460" v="53" actId="27636"/>
        <pc:sldMkLst>
          <pc:docMk/>
          <pc:sldMk cId="3376340147" sldId="323"/>
        </pc:sldMkLst>
        <pc:spChg chg="mod">
          <ac:chgData name="Lei L" userId="fffa66e71c035d84" providerId="LiveId" clId="{97820FAF-2C64-453E-8794-D6F939D4F653}" dt="2025-08-02T20:33:26.460" v="53" actId="27636"/>
          <ac:spMkLst>
            <pc:docMk/>
            <pc:sldMk cId="3376340147" sldId="323"/>
            <ac:spMk id="2" creationId="{F5D94678-095D-B3BE-40C4-10F25D94171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61164E-845B-45AC-B204-66BC9EA1D773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0EBB53-CAF3-49A7-9227-4DD6A470A56F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A3CCA7CE-57DE-40EA-99FE-AA8E53A13F2F}" type="parTrans" cxnId="{ACE7D513-0478-4787-B8C6-46BA537B75F0}">
      <dgm:prSet/>
      <dgm:spPr/>
      <dgm:t>
        <a:bodyPr/>
        <a:lstStyle/>
        <a:p>
          <a:endParaRPr lang="en-US"/>
        </a:p>
      </dgm:t>
    </dgm:pt>
    <dgm:pt modelId="{48DC0336-3034-41C8-85CB-644C1490FBF5}" type="sibTrans" cxnId="{ACE7D513-0478-4787-B8C6-46BA537B75F0}">
      <dgm:prSet/>
      <dgm:spPr/>
      <dgm:t>
        <a:bodyPr/>
        <a:lstStyle/>
        <a:p>
          <a:endParaRPr lang="en-US"/>
        </a:p>
      </dgm:t>
    </dgm:pt>
    <dgm:pt modelId="{73017EE2-5AA0-443E-A1A6-44293002B21C}">
      <dgm:prSet/>
      <dgm:spPr/>
      <dgm:t>
        <a:bodyPr/>
        <a:lstStyle/>
        <a:p>
          <a:r>
            <a:rPr lang="en-US"/>
            <a:t>Database Schema</a:t>
          </a:r>
        </a:p>
      </dgm:t>
    </dgm:pt>
    <dgm:pt modelId="{8844915F-1799-4435-B6BA-65F0B4088421}" type="parTrans" cxnId="{24A28623-90F7-4A2B-AC22-D0C190C86B21}">
      <dgm:prSet/>
      <dgm:spPr/>
      <dgm:t>
        <a:bodyPr/>
        <a:lstStyle/>
        <a:p>
          <a:endParaRPr lang="en-US"/>
        </a:p>
      </dgm:t>
    </dgm:pt>
    <dgm:pt modelId="{EA4A61E3-7C04-4BE1-9D79-DD00F54ACF4F}" type="sibTrans" cxnId="{24A28623-90F7-4A2B-AC22-D0C190C86B21}">
      <dgm:prSet/>
      <dgm:spPr/>
      <dgm:t>
        <a:bodyPr/>
        <a:lstStyle/>
        <a:p>
          <a:endParaRPr lang="en-US"/>
        </a:p>
      </dgm:t>
    </dgm:pt>
    <dgm:pt modelId="{81B6DFFE-858A-4F90-B000-A2C241CE24A2}">
      <dgm:prSet/>
      <dgm:spPr/>
      <dgm:t>
        <a:bodyPr/>
        <a:lstStyle/>
        <a:p>
          <a:r>
            <a:rPr lang="en-US"/>
            <a:t>Create a relational database</a:t>
          </a:r>
        </a:p>
      </dgm:t>
    </dgm:pt>
    <dgm:pt modelId="{40154FA7-B075-4882-BED9-7A6F0525E6FC}" type="parTrans" cxnId="{1418C981-A52A-4338-9DA0-253D7301E815}">
      <dgm:prSet/>
      <dgm:spPr/>
      <dgm:t>
        <a:bodyPr/>
        <a:lstStyle/>
        <a:p>
          <a:endParaRPr lang="en-US"/>
        </a:p>
      </dgm:t>
    </dgm:pt>
    <dgm:pt modelId="{5D41CE0E-E30C-4B68-95C0-7075E059ED48}" type="sibTrans" cxnId="{1418C981-A52A-4338-9DA0-253D7301E815}">
      <dgm:prSet/>
      <dgm:spPr/>
      <dgm:t>
        <a:bodyPr/>
        <a:lstStyle/>
        <a:p>
          <a:endParaRPr lang="en-US"/>
        </a:p>
      </dgm:t>
    </dgm:pt>
    <dgm:pt modelId="{06F5130E-4D02-4680-A01E-4105AF307F83}">
      <dgm:prSet/>
      <dgm:spPr/>
      <dgm:t>
        <a:bodyPr/>
        <a:lstStyle/>
        <a:p>
          <a:r>
            <a:rPr lang="en-US"/>
            <a:t>Query data to answer business questions</a:t>
          </a:r>
        </a:p>
      </dgm:t>
    </dgm:pt>
    <dgm:pt modelId="{2F20F073-CC0D-4B30-94D7-9B7A775D5923}" type="parTrans" cxnId="{E86C333B-FC93-4AD0-85C6-EA5503C90619}">
      <dgm:prSet/>
      <dgm:spPr/>
      <dgm:t>
        <a:bodyPr/>
        <a:lstStyle/>
        <a:p>
          <a:endParaRPr lang="en-US"/>
        </a:p>
      </dgm:t>
    </dgm:pt>
    <dgm:pt modelId="{8C30CD05-2227-4C4D-A570-A4783BB615EC}" type="sibTrans" cxnId="{E86C333B-FC93-4AD0-85C6-EA5503C90619}">
      <dgm:prSet/>
      <dgm:spPr/>
      <dgm:t>
        <a:bodyPr/>
        <a:lstStyle/>
        <a:p>
          <a:endParaRPr lang="en-US"/>
        </a:p>
      </dgm:t>
    </dgm:pt>
    <dgm:pt modelId="{0CF1C17C-ED3F-4C82-A5C6-43143CBF993E}">
      <dgm:prSet/>
      <dgm:spPr/>
      <dgm:t>
        <a:bodyPr/>
        <a:lstStyle/>
        <a:p>
          <a:r>
            <a:rPr lang="en-US" dirty="0"/>
            <a:t>Contact information</a:t>
          </a:r>
        </a:p>
      </dgm:t>
    </dgm:pt>
    <dgm:pt modelId="{7C60AB78-15B5-429F-91DA-482900791CD2}" type="parTrans" cxnId="{6290D096-DFD0-4B6A-9269-C932591B0677}">
      <dgm:prSet/>
      <dgm:spPr/>
      <dgm:t>
        <a:bodyPr/>
        <a:lstStyle/>
        <a:p>
          <a:endParaRPr lang="en-US"/>
        </a:p>
      </dgm:t>
    </dgm:pt>
    <dgm:pt modelId="{B72BD79C-9714-41DE-913B-6C6E38FE38A6}" type="sibTrans" cxnId="{6290D096-DFD0-4B6A-9269-C932591B0677}">
      <dgm:prSet/>
      <dgm:spPr/>
      <dgm:t>
        <a:bodyPr/>
        <a:lstStyle/>
        <a:p>
          <a:endParaRPr lang="en-US"/>
        </a:p>
      </dgm:t>
    </dgm:pt>
    <dgm:pt modelId="{38F40DD7-BEA9-49B7-B044-8DFD9D5EA795}" type="pres">
      <dgm:prSet presAssocID="{BE61164E-845B-45AC-B204-66BC9EA1D773}" presName="compositeShape" presStyleCnt="0">
        <dgm:presLayoutVars>
          <dgm:dir/>
          <dgm:resizeHandles/>
        </dgm:presLayoutVars>
      </dgm:prSet>
      <dgm:spPr/>
    </dgm:pt>
    <dgm:pt modelId="{904C40A5-192C-48E3-89CB-6EC530F58998}" type="pres">
      <dgm:prSet presAssocID="{BE61164E-845B-45AC-B204-66BC9EA1D773}" presName="pyramid" presStyleLbl="node1" presStyleIdx="0" presStyleCnt="1"/>
      <dgm:spPr/>
    </dgm:pt>
    <dgm:pt modelId="{4070D82B-EF98-4A07-82EB-D5848AFBE1B5}" type="pres">
      <dgm:prSet presAssocID="{BE61164E-845B-45AC-B204-66BC9EA1D773}" presName="theList" presStyleCnt="0"/>
      <dgm:spPr/>
    </dgm:pt>
    <dgm:pt modelId="{F2C44B4B-49CD-4C5F-A39D-6D8E0785F938}" type="pres">
      <dgm:prSet presAssocID="{970EBB53-CAF3-49A7-9227-4DD6A470A56F}" presName="aNode" presStyleLbl="fgAcc1" presStyleIdx="0" presStyleCnt="5">
        <dgm:presLayoutVars>
          <dgm:bulletEnabled val="1"/>
        </dgm:presLayoutVars>
      </dgm:prSet>
      <dgm:spPr/>
    </dgm:pt>
    <dgm:pt modelId="{9F7A92F6-C9D2-42AE-B7AA-3DE10F1D7FDE}" type="pres">
      <dgm:prSet presAssocID="{970EBB53-CAF3-49A7-9227-4DD6A470A56F}" presName="aSpace" presStyleCnt="0"/>
      <dgm:spPr/>
    </dgm:pt>
    <dgm:pt modelId="{7684DB8E-839B-4159-8753-2E7CC2095DCC}" type="pres">
      <dgm:prSet presAssocID="{73017EE2-5AA0-443E-A1A6-44293002B21C}" presName="aNode" presStyleLbl="fgAcc1" presStyleIdx="1" presStyleCnt="5">
        <dgm:presLayoutVars>
          <dgm:bulletEnabled val="1"/>
        </dgm:presLayoutVars>
      </dgm:prSet>
      <dgm:spPr/>
    </dgm:pt>
    <dgm:pt modelId="{9B943F7E-9745-48BB-B98D-EB29CC758655}" type="pres">
      <dgm:prSet presAssocID="{73017EE2-5AA0-443E-A1A6-44293002B21C}" presName="aSpace" presStyleCnt="0"/>
      <dgm:spPr/>
    </dgm:pt>
    <dgm:pt modelId="{A8628A7C-3724-4A36-B338-1156503C7C40}" type="pres">
      <dgm:prSet presAssocID="{81B6DFFE-858A-4F90-B000-A2C241CE24A2}" presName="aNode" presStyleLbl="fgAcc1" presStyleIdx="2" presStyleCnt="5">
        <dgm:presLayoutVars>
          <dgm:bulletEnabled val="1"/>
        </dgm:presLayoutVars>
      </dgm:prSet>
      <dgm:spPr/>
    </dgm:pt>
    <dgm:pt modelId="{71670E28-1203-47AA-A1AA-2612BBB23280}" type="pres">
      <dgm:prSet presAssocID="{81B6DFFE-858A-4F90-B000-A2C241CE24A2}" presName="aSpace" presStyleCnt="0"/>
      <dgm:spPr/>
    </dgm:pt>
    <dgm:pt modelId="{2CA973D4-A841-4527-AD52-685060E22EBD}" type="pres">
      <dgm:prSet presAssocID="{06F5130E-4D02-4680-A01E-4105AF307F83}" presName="aNode" presStyleLbl="fgAcc1" presStyleIdx="3" presStyleCnt="5">
        <dgm:presLayoutVars>
          <dgm:bulletEnabled val="1"/>
        </dgm:presLayoutVars>
      </dgm:prSet>
      <dgm:spPr/>
    </dgm:pt>
    <dgm:pt modelId="{D112D7D8-313F-483F-8292-BF4268F52A2E}" type="pres">
      <dgm:prSet presAssocID="{06F5130E-4D02-4680-A01E-4105AF307F83}" presName="aSpace" presStyleCnt="0"/>
      <dgm:spPr/>
    </dgm:pt>
    <dgm:pt modelId="{D91528BF-1F71-4FCF-86D1-7F16CE1C26BA}" type="pres">
      <dgm:prSet presAssocID="{0CF1C17C-ED3F-4C82-A5C6-43143CBF993E}" presName="aNode" presStyleLbl="fgAcc1" presStyleIdx="4" presStyleCnt="5">
        <dgm:presLayoutVars>
          <dgm:bulletEnabled val="1"/>
        </dgm:presLayoutVars>
      </dgm:prSet>
      <dgm:spPr/>
    </dgm:pt>
    <dgm:pt modelId="{2D66F114-5707-4BB8-9624-FE22469D4238}" type="pres">
      <dgm:prSet presAssocID="{0CF1C17C-ED3F-4C82-A5C6-43143CBF993E}" presName="aSpace" presStyleCnt="0"/>
      <dgm:spPr/>
    </dgm:pt>
  </dgm:ptLst>
  <dgm:cxnLst>
    <dgm:cxn modelId="{ACE7D513-0478-4787-B8C6-46BA537B75F0}" srcId="{BE61164E-845B-45AC-B204-66BC9EA1D773}" destId="{970EBB53-CAF3-49A7-9227-4DD6A470A56F}" srcOrd="0" destOrd="0" parTransId="{A3CCA7CE-57DE-40EA-99FE-AA8E53A13F2F}" sibTransId="{48DC0336-3034-41C8-85CB-644C1490FBF5}"/>
    <dgm:cxn modelId="{24A28623-90F7-4A2B-AC22-D0C190C86B21}" srcId="{BE61164E-845B-45AC-B204-66BC9EA1D773}" destId="{73017EE2-5AA0-443E-A1A6-44293002B21C}" srcOrd="1" destOrd="0" parTransId="{8844915F-1799-4435-B6BA-65F0B4088421}" sibTransId="{EA4A61E3-7C04-4BE1-9D79-DD00F54ACF4F}"/>
    <dgm:cxn modelId="{E86C333B-FC93-4AD0-85C6-EA5503C90619}" srcId="{BE61164E-845B-45AC-B204-66BC9EA1D773}" destId="{06F5130E-4D02-4680-A01E-4105AF307F83}" srcOrd="3" destOrd="0" parTransId="{2F20F073-CC0D-4B30-94D7-9B7A775D5923}" sibTransId="{8C30CD05-2227-4C4D-A570-A4783BB615EC}"/>
    <dgm:cxn modelId="{2CDEFA5F-674A-43CE-BA9B-934C511342BC}" type="presOf" srcId="{970EBB53-CAF3-49A7-9227-4DD6A470A56F}" destId="{F2C44B4B-49CD-4C5F-A39D-6D8E0785F938}" srcOrd="0" destOrd="0" presId="urn:microsoft.com/office/officeart/2005/8/layout/pyramid2"/>
    <dgm:cxn modelId="{8CF42E69-5C8E-43FD-A9DD-2DD216B712EA}" type="presOf" srcId="{81B6DFFE-858A-4F90-B000-A2C241CE24A2}" destId="{A8628A7C-3724-4A36-B338-1156503C7C40}" srcOrd="0" destOrd="0" presId="urn:microsoft.com/office/officeart/2005/8/layout/pyramid2"/>
    <dgm:cxn modelId="{1418C981-A52A-4338-9DA0-253D7301E815}" srcId="{BE61164E-845B-45AC-B204-66BC9EA1D773}" destId="{81B6DFFE-858A-4F90-B000-A2C241CE24A2}" srcOrd="2" destOrd="0" parTransId="{40154FA7-B075-4882-BED9-7A6F0525E6FC}" sibTransId="{5D41CE0E-E30C-4B68-95C0-7075E059ED48}"/>
    <dgm:cxn modelId="{28BBA795-D877-4704-A9C2-19D253A60278}" type="presOf" srcId="{06F5130E-4D02-4680-A01E-4105AF307F83}" destId="{2CA973D4-A841-4527-AD52-685060E22EBD}" srcOrd="0" destOrd="0" presId="urn:microsoft.com/office/officeart/2005/8/layout/pyramid2"/>
    <dgm:cxn modelId="{6290D096-DFD0-4B6A-9269-C932591B0677}" srcId="{BE61164E-845B-45AC-B204-66BC9EA1D773}" destId="{0CF1C17C-ED3F-4C82-A5C6-43143CBF993E}" srcOrd="4" destOrd="0" parTransId="{7C60AB78-15B5-429F-91DA-482900791CD2}" sibTransId="{B72BD79C-9714-41DE-913B-6C6E38FE38A6}"/>
    <dgm:cxn modelId="{16168FBA-2A7E-4100-9900-B35D44D19370}" type="presOf" srcId="{0CF1C17C-ED3F-4C82-A5C6-43143CBF993E}" destId="{D91528BF-1F71-4FCF-86D1-7F16CE1C26BA}" srcOrd="0" destOrd="0" presId="urn:microsoft.com/office/officeart/2005/8/layout/pyramid2"/>
    <dgm:cxn modelId="{D3CE14CD-6817-4B16-B1C8-12EBB8589BF6}" type="presOf" srcId="{73017EE2-5AA0-443E-A1A6-44293002B21C}" destId="{7684DB8E-839B-4159-8753-2E7CC2095DCC}" srcOrd="0" destOrd="0" presId="urn:microsoft.com/office/officeart/2005/8/layout/pyramid2"/>
    <dgm:cxn modelId="{94A50DDA-8D4E-40A6-B0FC-B874B8A934C2}" type="presOf" srcId="{BE61164E-845B-45AC-B204-66BC9EA1D773}" destId="{38F40DD7-BEA9-49B7-B044-8DFD9D5EA795}" srcOrd="0" destOrd="0" presId="urn:microsoft.com/office/officeart/2005/8/layout/pyramid2"/>
    <dgm:cxn modelId="{883314CF-6F6B-4DD7-AECE-E94481CBCAAC}" type="presParOf" srcId="{38F40DD7-BEA9-49B7-B044-8DFD9D5EA795}" destId="{904C40A5-192C-48E3-89CB-6EC530F58998}" srcOrd="0" destOrd="0" presId="urn:microsoft.com/office/officeart/2005/8/layout/pyramid2"/>
    <dgm:cxn modelId="{DA16BF93-34DD-4F83-A94C-9EBB74924960}" type="presParOf" srcId="{38F40DD7-BEA9-49B7-B044-8DFD9D5EA795}" destId="{4070D82B-EF98-4A07-82EB-D5848AFBE1B5}" srcOrd="1" destOrd="0" presId="urn:microsoft.com/office/officeart/2005/8/layout/pyramid2"/>
    <dgm:cxn modelId="{2CC19A3C-9F3D-448B-9F03-98B62730DF8E}" type="presParOf" srcId="{4070D82B-EF98-4A07-82EB-D5848AFBE1B5}" destId="{F2C44B4B-49CD-4C5F-A39D-6D8E0785F938}" srcOrd="0" destOrd="0" presId="urn:microsoft.com/office/officeart/2005/8/layout/pyramid2"/>
    <dgm:cxn modelId="{9FADF3D6-73E8-4EE5-83F4-70A3FB892508}" type="presParOf" srcId="{4070D82B-EF98-4A07-82EB-D5848AFBE1B5}" destId="{9F7A92F6-C9D2-42AE-B7AA-3DE10F1D7FDE}" srcOrd="1" destOrd="0" presId="urn:microsoft.com/office/officeart/2005/8/layout/pyramid2"/>
    <dgm:cxn modelId="{E301DE25-A07F-4FFF-AC62-7D6F737A84AC}" type="presParOf" srcId="{4070D82B-EF98-4A07-82EB-D5848AFBE1B5}" destId="{7684DB8E-839B-4159-8753-2E7CC2095DCC}" srcOrd="2" destOrd="0" presId="urn:microsoft.com/office/officeart/2005/8/layout/pyramid2"/>
    <dgm:cxn modelId="{8FCE72E7-F375-4005-A4E0-1DCC00BF6942}" type="presParOf" srcId="{4070D82B-EF98-4A07-82EB-D5848AFBE1B5}" destId="{9B943F7E-9745-48BB-B98D-EB29CC758655}" srcOrd="3" destOrd="0" presId="urn:microsoft.com/office/officeart/2005/8/layout/pyramid2"/>
    <dgm:cxn modelId="{4E1F7028-A293-4D30-AE4A-B1BC443CF220}" type="presParOf" srcId="{4070D82B-EF98-4A07-82EB-D5848AFBE1B5}" destId="{A8628A7C-3724-4A36-B338-1156503C7C40}" srcOrd="4" destOrd="0" presId="urn:microsoft.com/office/officeart/2005/8/layout/pyramid2"/>
    <dgm:cxn modelId="{EC75D090-481C-46E1-8CE6-2A6492697A36}" type="presParOf" srcId="{4070D82B-EF98-4A07-82EB-D5848AFBE1B5}" destId="{71670E28-1203-47AA-A1AA-2612BBB23280}" srcOrd="5" destOrd="0" presId="urn:microsoft.com/office/officeart/2005/8/layout/pyramid2"/>
    <dgm:cxn modelId="{ADDCF23B-964F-46A8-9BA4-AB37B40FBCDA}" type="presParOf" srcId="{4070D82B-EF98-4A07-82EB-D5848AFBE1B5}" destId="{2CA973D4-A841-4527-AD52-685060E22EBD}" srcOrd="6" destOrd="0" presId="urn:microsoft.com/office/officeart/2005/8/layout/pyramid2"/>
    <dgm:cxn modelId="{4FC7073A-E593-4C6D-A097-C7C8E81E4AA6}" type="presParOf" srcId="{4070D82B-EF98-4A07-82EB-D5848AFBE1B5}" destId="{D112D7D8-313F-483F-8292-BF4268F52A2E}" srcOrd="7" destOrd="0" presId="urn:microsoft.com/office/officeart/2005/8/layout/pyramid2"/>
    <dgm:cxn modelId="{DF74FC06-742A-4DCA-B61E-08DD7AB1E4C7}" type="presParOf" srcId="{4070D82B-EF98-4A07-82EB-D5848AFBE1B5}" destId="{D91528BF-1F71-4FCF-86D1-7F16CE1C26BA}" srcOrd="8" destOrd="0" presId="urn:microsoft.com/office/officeart/2005/8/layout/pyramid2"/>
    <dgm:cxn modelId="{280CFB6A-C7EE-4FB2-90E4-2912005C9DBC}" type="presParOf" srcId="{4070D82B-EF98-4A07-82EB-D5848AFBE1B5}" destId="{2D66F114-5707-4BB8-9624-FE22469D4238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C40A5-192C-48E3-89CB-6EC530F58998}">
      <dsp:nvSpPr>
        <dsp:cNvPr id="0" name=""/>
        <dsp:cNvSpPr/>
      </dsp:nvSpPr>
      <dsp:spPr>
        <a:xfrm>
          <a:off x="0" y="0"/>
          <a:ext cx="3869314" cy="5407091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44B4B-49CD-4C5F-A39D-6D8E0785F938}">
      <dsp:nvSpPr>
        <dsp:cNvPr id="0" name=""/>
        <dsp:cNvSpPr/>
      </dsp:nvSpPr>
      <dsp:spPr>
        <a:xfrm>
          <a:off x="1934657" y="541237"/>
          <a:ext cx="2515054" cy="76882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Introduction</a:t>
          </a:r>
        </a:p>
      </dsp:txBody>
      <dsp:txXfrm>
        <a:off x="1972188" y="578768"/>
        <a:ext cx="2439992" cy="693758"/>
      </dsp:txXfrm>
    </dsp:sp>
    <dsp:sp modelId="{7684DB8E-839B-4159-8753-2E7CC2095DCC}">
      <dsp:nvSpPr>
        <dsp:cNvPr id="0" name=""/>
        <dsp:cNvSpPr/>
      </dsp:nvSpPr>
      <dsp:spPr>
        <a:xfrm>
          <a:off x="1934657" y="1406160"/>
          <a:ext cx="2515054" cy="76882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Database Schema</a:t>
          </a:r>
        </a:p>
      </dsp:txBody>
      <dsp:txXfrm>
        <a:off x="1972188" y="1443691"/>
        <a:ext cx="2439992" cy="693758"/>
      </dsp:txXfrm>
    </dsp:sp>
    <dsp:sp modelId="{A8628A7C-3724-4A36-B338-1156503C7C40}">
      <dsp:nvSpPr>
        <dsp:cNvPr id="0" name=""/>
        <dsp:cNvSpPr/>
      </dsp:nvSpPr>
      <dsp:spPr>
        <a:xfrm>
          <a:off x="1934657" y="2271083"/>
          <a:ext cx="2515054" cy="76882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Create a relational database</a:t>
          </a:r>
        </a:p>
      </dsp:txBody>
      <dsp:txXfrm>
        <a:off x="1972188" y="2308614"/>
        <a:ext cx="2439992" cy="693758"/>
      </dsp:txXfrm>
    </dsp:sp>
    <dsp:sp modelId="{2CA973D4-A841-4527-AD52-685060E22EBD}">
      <dsp:nvSpPr>
        <dsp:cNvPr id="0" name=""/>
        <dsp:cNvSpPr/>
      </dsp:nvSpPr>
      <dsp:spPr>
        <a:xfrm>
          <a:off x="1934657" y="3136007"/>
          <a:ext cx="2515054" cy="76882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Query data to answer business questions</a:t>
          </a:r>
        </a:p>
      </dsp:txBody>
      <dsp:txXfrm>
        <a:off x="1972188" y="3173538"/>
        <a:ext cx="2439992" cy="693758"/>
      </dsp:txXfrm>
    </dsp:sp>
    <dsp:sp modelId="{D91528BF-1F71-4FCF-86D1-7F16CE1C26BA}">
      <dsp:nvSpPr>
        <dsp:cNvPr id="0" name=""/>
        <dsp:cNvSpPr/>
      </dsp:nvSpPr>
      <dsp:spPr>
        <a:xfrm>
          <a:off x="1934657" y="4000930"/>
          <a:ext cx="2515054" cy="76882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Contact information</a:t>
          </a:r>
        </a:p>
      </dsp:txBody>
      <dsp:txXfrm>
        <a:off x="1972188" y="4038461"/>
        <a:ext cx="2439992" cy="693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8/2/2025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8/2/2025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Smart Toys Co. Database Project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348" y="737115"/>
            <a:ext cx="3185653" cy="540709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B1D126-54A5-47C3-05DF-2E9779DCB6A9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429007223"/>
              </p:ext>
            </p:extLst>
          </p:nvPr>
        </p:nvGraphicFramePr>
        <p:xfrm>
          <a:off x="6388461" y="737115"/>
          <a:ext cx="4449712" cy="5407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1278295"/>
            <a:ext cx="5000318" cy="2779356"/>
          </a:xfrm>
        </p:spPr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br>
              <a:rPr lang="en-US" sz="2000" dirty="0"/>
            </a:br>
            <a:r>
              <a:rPr lang="en-US" sz="2000" dirty="0"/>
              <a:t>The project involves creating and querying a relational database for Smart Toys Co., focusing on sales and product data analysis.</a:t>
            </a:r>
          </a:p>
        </p:txBody>
      </p:sp>
      <p:pic>
        <p:nvPicPr>
          <p:cNvPr id="5" name="Picture 4" descr="A toy robot and a robot on the floor&#10;&#10;AI-generated content may be incorrect.">
            <a:extLst>
              <a:ext uri="{FF2B5EF4-FFF2-40B4-BE49-F238E27FC236}">
                <a16:creationId xmlns:a16="http://schemas.microsoft.com/office/drawing/2014/main" id="{2CE13469-086F-3F61-E272-CC9D5D6B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39" y="1018275"/>
            <a:ext cx="3976536" cy="421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A diagram of a server&#10;&#10;AI-generated content may be incorrect.">
            <a:extLst>
              <a:ext uri="{FF2B5EF4-FFF2-40B4-BE49-F238E27FC236}">
                <a16:creationId xmlns:a16="http://schemas.microsoft.com/office/drawing/2014/main" id="{DBCE9CAC-D34F-3EC0-77AD-46CDC94D84F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4674" b="4674"/>
          <a:stretch>
            <a:fillRect/>
          </a:stretch>
        </p:blipFill>
        <p:spPr>
          <a:xfrm>
            <a:off x="1432007" y="798384"/>
            <a:ext cx="9046381" cy="5261231"/>
          </a:xfrm>
        </p:spPr>
      </p:pic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528535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Question1: who are the top 3 salesperson with sales_id? What is their total sales and corresponding sales rank?</a:t>
            </a:r>
            <a:endParaRPr lang="en-Z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FCA22C-CC9C-3957-374E-37BC4D213CF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15" y="1432270"/>
            <a:ext cx="6541710" cy="397933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40D3FD-BB98-E2DE-44F4-7AEBA7D4E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865701"/>
              </p:ext>
            </p:extLst>
          </p:nvPr>
        </p:nvGraphicFramePr>
        <p:xfrm>
          <a:off x="9172575" y="1860896"/>
          <a:ext cx="2339871" cy="419512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39871">
                  <a:extLst>
                    <a:ext uri="{9D8B030D-6E8A-4147-A177-3AD203B41FA5}">
                      <a16:colId xmlns:a16="http://schemas.microsoft.com/office/drawing/2014/main" val="2188815764"/>
                    </a:ext>
                  </a:extLst>
                </a:gridCol>
              </a:tblGrid>
              <a:tr h="419512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b="1" dirty="0"/>
                        <a:t>Top Salespersons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sz="1300" b="1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00" b="0" dirty="0"/>
                        <a:t>This query identifies the top three salespersons in 2023 based on total sales, highlighting their exceptional performance and contribution to the company's revenue.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927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91466-16F2-B468-3C35-3CC2B801B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94678-095D-B3BE-40C4-10F25D94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3"/>
            <a:ext cx="9150675" cy="567864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Question 2:  What are the top 3 bestselling toys, their categories, and the total sales amount?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1B833-AB2E-6CA2-6CFF-13B0468339A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97472D-EAF6-526F-DF45-3ECFA74C522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16" y="1482100"/>
            <a:ext cx="6974768" cy="361377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FCB476-5EBB-C741-2E9D-44C773978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585221"/>
              </p:ext>
            </p:extLst>
          </p:nvPr>
        </p:nvGraphicFramePr>
        <p:xfrm>
          <a:off x="9520862" y="1720225"/>
          <a:ext cx="2197255" cy="337565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97255">
                  <a:extLst>
                    <a:ext uri="{9D8B030D-6E8A-4147-A177-3AD203B41FA5}">
                      <a16:colId xmlns:a16="http://schemas.microsoft.com/office/drawing/2014/main" val="570538851"/>
                    </a:ext>
                  </a:extLst>
                </a:gridCol>
              </a:tblGrid>
              <a:tr h="33756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300" b="1" dirty="0"/>
                        <a:t>Bestselling Toys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sz="1300" b="1" dirty="0"/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dirty="0"/>
                        <a:t>Based on this query, product GB010 in the STEM category achieved the highest total sales in 2023, indicating strong market demand and consumer interest in STEM-related products.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56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34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8C82-5AF8-734F-8A7E-3A005FF9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CD66C-5E0D-A899-07ED-4903BA10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710351"/>
          </a:xfrm>
        </p:spPr>
        <p:txBody>
          <a:bodyPr>
            <a:normAutofit/>
          </a:bodyPr>
          <a:lstStyle/>
          <a:p>
            <a:r>
              <a:rPr lang="en-US" sz="2000" dirty="0"/>
              <a:t>Question 3:  What is the average shipping duration for each carrier and total shipment?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356A1-748C-43C1-8196-A6CEA4912A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AC490-2F74-188E-C6B0-1840B5703B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820275" y="1618365"/>
            <a:ext cx="1816070" cy="41194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Shipping Performance</a:t>
            </a:r>
          </a:p>
          <a:p>
            <a:pPr marL="0" indent="0">
              <a:buNone/>
            </a:pPr>
            <a:r>
              <a:rPr lang="en-US" sz="1200" dirty="0"/>
              <a:t>This query shows that among all the carriers, </a:t>
            </a:r>
            <a:r>
              <a:rPr lang="en-US" sz="1200" b="1" dirty="0"/>
              <a:t>DHL</a:t>
            </a:r>
            <a:r>
              <a:rPr lang="en-US" sz="1200" dirty="0"/>
              <a:t> has the shortest average delivery duration, indicating higher efficiency in order fulfillment.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BD952A-4F00-A0C0-F887-558B2DA9E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15" y="1524963"/>
            <a:ext cx="7048790" cy="380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81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2D84-08EE-E971-B02E-F80A0815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6944-091D-496A-6A24-3DD8FCEE2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710351"/>
          </a:xfrm>
        </p:spPr>
        <p:txBody>
          <a:bodyPr>
            <a:normAutofit/>
          </a:bodyPr>
          <a:lstStyle/>
          <a:p>
            <a:r>
              <a:rPr lang="en-US" sz="2000" dirty="0"/>
              <a:t>Question 4: what are the total sales by month and show it in a line graph.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503F8-DB05-2A7F-BA3F-AD74859779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8D5C05-6465-3F5B-C413-1298BA6D86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781" y="1516145"/>
            <a:ext cx="6854969" cy="425370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5DFB79-13F7-CC59-4F50-D9C33AD6A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214140"/>
              </p:ext>
            </p:extLst>
          </p:nvPr>
        </p:nvGraphicFramePr>
        <p:xfrm>
          <a:off x="9344025" y="1548264"/>
          <a:ext cx="2479128" cy="400429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479128">
                  <a:extLst>
                    <a:ext uri="{9D8B030D-6E8A-4147-A177-3AD203B41FA5}">
                      <a16:colId xmlns:a16="http://schemas.microsoft.com/office/drawing/2014/main" val="570538851"/>
                    </a:ext>
                  </a:extLst>
                </a:gridCol>
              </a:tblGrid>
              <a:tr h="4004299">
                <a:tc>
                  <a:txBody>
                    <a:bodyPr/>
                    <a:lstStyle/>
                    <a:p>
                      <a:r>
                        <a:rPr lang="en-US" sz="1200" b="1" dirty="0"/>
                        <a:t>Sales Seasonality</a:t>
                      </a:r>
                    </a:p>
                    <a:p>
                      <a:endParaRPr lang="en-US" sz="1200" b="0" dirty="0"/>
                    </a:p>
                    <a:p>
                      <a:r>
                        <a:rPr lang="en-US" sz="1200" b="0" dirty="0"/>
                        <a:t>This query demonstrates the seasonality of sales, with a noticeable drop in April followed by a sharp increase peaking in September.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56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22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4911A-54E9-DC96-FBEC-CD5893D9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1E54-1505-E551-C82C-F67C6119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710351"/>
          </a:xfrm>
        </p:spPr>
        <p:txBody>
          <a:bodyPr>
            <a:normAutofit/>
          </a:bodyPr>
          <a:lstStyle/>
          <a:p>
            <a:r>
              <a:rPr lang="en-US" sz="2000" dirty="0"/>
              <a:t>Question5: What are the price ranges and product count for all toys?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423C8-C430-3B4D-50DD-E74B68AEC7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81CA3-AC17-0633-E288-40210681035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563100" y="1718978"/>
            <a:ext cx="2216764" cy="41194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/>
              <a:t>Product Pricing</a:t>
            </a:r>
          </a:p>
          <a:p>
            <a:pPr marL="0" indent="0">
              <a:buNone/>
            </a:pPr>
            <a:r>
              <a:rPr lang="en-US" sz="1200" dirty="0"/>
              <a:t>This query shows that majority of products fall within the low to mid-level price range, suggesting a market strategy focused on affordability and broad consumer accessibility.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DC69B9-3BDC-C66A-1D8E-594CD131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14" y="1569464"/>
            <a:ext cx="6137141" cy="382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08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91E8E-FA78-19B5-8B9C-D2F06554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15FA-5042-4441-34B2-B76119A6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313352"/>
            <a:ext cx="9150675" cy="610573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Question6: What are the monthly sales and the cumulative monthly sales in 2023?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406DC-B19D-C97D-638A-7568765DB6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F9FA52-896B-728A-DBDD-17CECF7A3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18492"/>
              </p:ext>
            </p:extLst>
          </p:nvPr>
        </p:nvGraphicFramePr>
        <p:xfrm>
          <a:off x="8991600" y="1513043"/>
          <a:ext cx="2190750" cy="400429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570538851"/>
                    </a:ext>
                  </a:extLst>
                </a:gridCol>
              </a:tblGrid>
              <a:tr h="4004299">
                <a:tc>
                  <a:txBody>
                    <a:bodyPr/>
                    <a:lstStyle/>
                    <a:p>
                      <a:r>
                        <a:rPr lang="en-US" sz="1200" b="1" dirty="0"/>
                        <a:t>Sales Performance Overview</a:t>
                      </a:r>
                    </a:p>
                    <a:p>
                      <a:endParaRPr lang="en-US" sz="1200" b="0" dirty="0"/>
                    </a:p>
                    <a:p>
                      <a:r>
                        <a:rPr lang="en-US" sz="1200" b="0" dirty="0"/>
                        <a:t>This query provides an overview of overall sales performance in 2023, including a breakdown of monthly sales and the cumulative sales progression throughout the year, serving as a valuable reference for the sales department in tracking trends and evaluating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5632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69941B0A-85BE-A6CD-CDF5-CDA13470F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815" y="1295103"/>
            <a:ext cx="6562725" cy="505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3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A5A698-44BC-23FD-52D7-C6A62114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950" y="690512"/>
            <a:ext cx="5800725" cy="3071863"/>
          </a:xfrm>
        </p:spPr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4C94C-8AE4-28D5-E09D-88CC83DB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6EC958-249D-ED87-CE91-BE098EA46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6993A3-1D8F-E260-5094-BADD1E7CC3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>
            <a:normAutofit/>
          </a:bodyPr>
          <a:lstStyle/>
          <a:p>
            <a:r>
              <a:rPr lang="en-US" sz="2500" dirty="0"/>
              <a:t>Lei Liu</a:t>
            </a:r>
          </a:p>
          <a:p>
            <a:r>
              <a:rPr lang="en-US" sz="2500" dirty="0"/>
              <a:t>469-892-8857</a:t>
            </a:r>
          </a:p>
          <a:p>
            <a:r>
              <a:rPr lang="en-US" sz="2500" dirty="0"/>
              <a:t>lauraliu1117@gmail.com</a:t>
            </a:r>
          </a:p>
        </p:txBody>
      </p:sp>
    </p:spTree>
    <p:extLst>
      <p:ext uri="{BB962C8B-B14F-4D97-AF65-F5344CB8AC3E}">
        <p14:creationId xmlns:p14="http://schemas.microsoft.com/office/powerpoint/2010/main" val="285827546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{882F8362-1E89-4C86-8257-8EC1DD43DF46}TF3977e381-cba5-49b1-ba43-b5d865517af907ebbda9_win32-372d4d6ae720</Template>
  <TotalTime>93</TotalTime>
  <Words>361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Tisa Offc Serif Pro</vt:lpstr>
      <vt:lpstr>Univers Light</vt:lpstr>
      <vt:lpstr>Custom</vt:lpstr>
      <vt:lpstr>Smart Toys Co. Database Project </vt:lpstr>
      <vt:lpstr>Agenda</vt:lpstr>
      <vt:lpstr>Introduction  The project involves creating and querying a relational database for Smart Toys Co., focusing on sales and product data analysis.</vt:lpstr>
      <vt:lpstr>PowerPoint Presentation</vt:lpstr>
      <vt:lpstr>Question1: who are the top 3 salesperson with sales_id? What is their total sales and corresponding sales rank?</vt:lpstr>
      <vt:lpstr>Question 2:  What are the top 3 bestselling toys, their categories, and the total sales amount?</vt:lpstr>
      <vt:lpstr>Question 3:  What is the average shipping duration for each carrier and total shipment?</vt:lpstr>
      <vt:lpstr>Question 4: what are the total sales by month and show it in a line graph.</vt:lpstr>
      <vt:lpstr>Question5: What are the price ranges and product count for all toys?</vt:lpstr>
      <vt:lpstr>Question6: What are the monthly sales and the cumulative monthly sales in 2023?</vt:lpstr>
      <vt:lpstr>Any 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 L</dc:creator>
  <cp:lastModifiedBy>Lei L</cp:lastModifiedBy>
  <cp:revision>1</cp:revision>
  <dcterms:created xsi:type="dcterms:W3CDTF">2025-08-02T18:55:32Z</dcterms:created>
  <dcterms:modified xsi:type="dcterms:W3CDTF">2025-08-02T20:33:35Z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